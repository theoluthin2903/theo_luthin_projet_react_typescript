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layfair Display"/>
      <p:regular r:id="rId15"/>
      <p:bold r:id="rId16"/>
      <p:italic r:id="rId17"/>
      <p:boldItalic r:id="rId18"/>
    </p:embeddedFont>
    <p:embeddedFont>
      <p:font typeface="Montserrat"/>
      <p:regular r:id="rId19"/>
      <p:bold r:id="rId20"/>
      <p:italic r:id="rId21"/>
      <p:boldItalic r:id="rId22"/>
    </p:embeddedFont>
    <p:embeddedFont>
      <p:font typeface="Oswal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11" Type="http://schemas.openxmlformats.org/officeDocument/2006/relationships/slide" Target="slides/slide6.xml"/><Relationship Id="rId22" Type="http://schemas.openxmlformats.org/officeDocument/2006/relationships/font" Target="fonts/Montserrat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-italic.fntdata"/><Relationship Id="rId13" Type="http://schemas.openxmlformats.org/officeDocument/2006/relationships/slide" Target="slides/slide8.xml"/><Relationship Id="rId24" Type="http://schemas.openxmlformats.org/officeDocument/2006/relationships/font" Target="fonts/Oswald-bold.fntdata"/><Relationship Id="rId12" Type="http://schemas.openxmlformats.org/officeDocument/2006/relationships/slide" Target="slides/slide7.xml"/><Relationship Id="rId23" Type="http://schemas.openxmlformats.org/officeDocument/2006/relationships/font" Target="fonts/Oswa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fairDisplay-regular.fntdata"/><Relationship Id="rId14" Type="http://schemas.openxmlformats.org/officeDocument/2006/relationships/slide" Target="slides/slide9.xml"/><Relationship Id="rId17" Type="http://schemas.openxmlformats.org/officeDocument/2006/relationships/font" Target="fonts/PlayfairDisplay-italic.fntdata"/><Relationship Id="rId16" Type="http://schemas.openxmlformats.org/officeDocument/2006/relationships/font" Target="fonts/PlayfairDisplay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regular.fntdata"/><Relationship Id="rId6" Type="http://schemas.openxmlformats.org/officeDocument/2006/relationships/slide" Target="slides/slide1.xml"/><Relationship Id="rId18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bf6df728c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bf6df728c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bf6df728c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bf6df728c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bf6df728c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bf6df728c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bf6df728c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bf6df728c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bf6df728c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bf6df728c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bf6df728c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bf6df728c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86d970935b903f3_6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86d970935b903f3_6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86d970935b903f3_6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86d970935b903f3_6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Projet CineScope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 Théo LUTHIN </a:t>
            </a:r>
            <a:endParaRPr/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SOMMAIRE 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1.Pr</a:t>
            </a:r>
            <a:r>
              <a:rPr lang="fr" sz="2500"/>
              <a:t>ésentation utilisateur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/>
              <a:t>2.Démonstration utilisateur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/>
              <a:t>3.Architecture du projet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/>
              <a:t>4.Compréhension de React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/>
              <a:t>5.API + gestion des cas particuliers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500"/>
              <a:t>6.Tests + bilan 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1.Présentation utilisateur</a:t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Développement de</a:t>
            </a:r>
            <a:r>
              <a:rPr b="1" lang="fr"/>
              <a:t> </a:t>
            </a:r>
            <a:r>
              <a:rPr b="1" lang="fr"/>
              <a:t>CineScope</a:t>
            </a:r>
            <a:r>
              <a:rPr lang="fr"/>
              <a:t>, une application web permettant de rechercher des films, consulter leurs informations, gérer des favoris et organiser une bibliothèque personnelle. </a:t>
            </a:r>
            <a:endParaRPr/>
          </a:p>
        </p:txBody>
      </p: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563" y="2268825"/>
            <a:ext cx="5963274" cy="287467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2.Démonstration utilisateur</a:t>
            </a:r>
            <a:endParaRPr/>
          </a:p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3.Architecture du projet 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59854" t="0"/>
          <a:stretch/>
        </p:blipFill>
        <p:spPr>
          <a:xfrm>
            <a:off x="1964525" y="1514425"/>
            <a:ext cx="2414874" cy="305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9450" y="1240000"/>
            <a:ext cx="1173443" cy="375952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4.Compréhension de React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-React router : création des différentes routes du site 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650" y="1742674"/>
            <a:ext cx="4829725" cy="13708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/>
        </p:nvSpPr>
        <p:spPr>
          <a:xfrm>
            <a:off x="311700" y="3407325"/>
            <a:ext cx="82923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-Props : données exportées dans MovieCard pour créer les cartes des films 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311700" y="3996175"/>
            <a:ext cx="7406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-useState/useReducer pour gérer les favoris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9" name="Google Shape;99;p1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5.API + gestion des cas particuliers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Fichier service tmdb.ts pour realiser les appels API puis gestion de cas particuliers dans d’autres fichiers 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075" y="1985925"/>
            <a:ext cx="3987625" cy="14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2400" y="2460275"/>
            <a:ext cx="3933925" cy="225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225" y="3507900"/>
            <a:ext cx="4175324" cy="15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6.Tests + bilan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700" y="1767275"/>
            <a:ext cx="85206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2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621"/>
              <a:t>-Difficultés rencontrées : compréhension des différentes notions React(notamment context)</a:t>
            </a:r>
            <a:endParaRPr sz="262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21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fr" sz="2621"/>
              <a:t>-notion de props particulièrement utilisée pour gérer les différentes données d’un film et pour exporter ces données dans le but de les retrouver dans le site</a:t>
            </a:r>
            <a:endParaRPr sz="262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